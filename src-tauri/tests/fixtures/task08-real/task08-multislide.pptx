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BA70FB-11ED-4BFB-ADC9-F3A7194EA8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6A958-5DE4-4B37-9AE8-13D49C5ED1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A51BB6-F498-42C5-A91D-B3B6B7FA2BD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" cy="7001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08 slide one &amp; entity.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0" y="0"/>
            <a:ext cx="360" cy="4697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08 slide two.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